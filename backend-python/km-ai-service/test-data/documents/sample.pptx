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PPTX 解析测试文件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用于测试 python-pptx 提取幻灯片文字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第一章 系统概述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本系统支持文档上传、解析、OCR、切片和检索。</a:t>
            </a:r>
          </a:p>
          <a:p>
            <a:r>
              <a:t>Java Worker 调用 Python FastAPI 接口获取 chunks。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处理流程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上传文档 → 解析 → 切片 → 向量化 → 待审核 → READY。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